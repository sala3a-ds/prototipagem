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Open Sauce Bold" charset="1" panose="000008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545A">
                <a:alpha val="100000"/>
              </a:srgbClr>
            </a:gs>
            <a:gs pos="100000">
              <a:srgbClr val="06034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73118" y="3230310"/>
            <a:ext cx="7476502" cy="6515100"/>
            <a:chOff x="0" y="0"/>
            <a:chExt cx="1969120" cy="1715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9120" cy="1715911"/>
            </a:xfrm>
            <a:custGeom>
              <a:avLst/>
              <a:gdLst/>
              <a:ahLst/>
              <a:cxnLst/>
              <a:rect r="r" b="b" t="t" l="l"/>
              <a:pathLst>
                <a:path h="1715911" w="1969120">
                  <a:moveTo>
                    <a:pt x="52811" y="0"/>
                  </a:moveTo>
                  <a:lnTo>
                    <a:pt x="1916309" y="0"/>
                  </a:lnTo>
                  <a:cubicBezTo>
                    <a:pt x="1945476" y="0"/>
                    <a:pt x="1969120" y="23644"/>
                    <a:pt x="1969120" y="52811"/>
                  </a:cubicBezTo>
                  <a:lnTo>
                    <a:pt x="1969120" y="1663101"/>
                  </a:lnTo>
                  <a:cubicBezTo>
                    <a:pt x="1969120" y="1692267"/>
                    <a:pt x="1945476" y="1715911"/>
                    <a:pt x="1916309" y="1715911"/>
                  </a:cubicBezTo>
                  <a:lnTo>
                    <a:pt x="52811" y="1715911"/>
                  </a:lnTo>
                  <a:cubicBezTo>
                    <a:pt x="23644" y="1715911"/>
                    <a:pt x="0" y="1692267"/>
                    <a:pt x="0" y="1663101"/>
                  </a:cubicBezTo>
                  <a:lnTo>
                    <a:pt x="0" y="52811"/>
                  </a:lnTo>
                  <a:cubicBezTo>
                    <a:pt x="0" y="23644"/>
                    <a:pt x="23644" y="0"/>
                    <a:pt x="52811" y="0"/>
                  </a:cubicBezTo>
                  <a:close/>
                </a:path>
              </a:pathLst>
            </a:custGeom>
            <a:solidFill>
              <a:srgbClr val="384C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9120" cy="1754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806262" y="4169280"/>
            <a:ext cx="5906354" cy="974220"/>
            <a:chOff x="0" y="0"/>
            <a:chExt cx="1555583" cy="256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5583" cy="256585"/>
            </a:xfrm>
            <a:custGeom>
              <a:avLst/>
              <a:gdLst/>
              <a:ahLst/>
              <a:cxnLst/>
              <a:rect r="r" b="b" t="t" l="l"/>
              <a:pathLst>
                <a:path h="256585" w="1555583">
                  <a:moveTo>
                    <a:pt x="66850" y="0"/>
                  </a:moveTo>
                  <a:lnTo>
                    <a:pt x="1488733" y="0"/>
                  </a:lnTo>
                  <a:cubicBezTo>
                    <a:pt x="1525653" y="0"/>
                    <a:pt x="1555583" y="29930"/>
                    <a:pt x="1555583" y="66850"/>
                  </a:cubicBezTo>
                  <a:lnTo>
                    <a:pt x="1555583" y="189735"/>
                  </a:lnTo>
                  <a:cubicBezTo>
                    <a:pt x="1555583" y="207465"/>
                    <a:pt x="1548540" y="224468"/>
                    <a:pt x="1536003" y="237005"/>
                  </a:cubicBezTo>
                  <a:cubicBezTo>
                    <a:pt x="1523466" y="249542"/>
                    <a:pt x="1506463" y="256585"/>
                    <a:pt x="1488733" y="256585"/>
                  </a:cubicBezTo>
                  <a:lnTo>
                    <a:pt x="66850" y="256585"/>
                  </a:lnTo>
                  <a:cubicBezTo>
                    <a:pt x="29930" y="256585"/>
                    <a:pt x="0" y="226655"/>
                    <a:pt x="0" y="189735"/>
                  </a:cubicBezTo>
                  <a:lnTo>
                    <a:pt x="0" y="66850"/>
                  </a:lnTo>
                  <a:cubicBezTo>
                    <a:pt x="0" y="49120"/>
                    <a:pt x="7043" y="32117"/>
                    <a:pt x="19580" y="19580"/>
                  </a:cubicBezTo>
                  <a:cubicBezTo>
                    <a:pt x="32117" y="7043"/>
                    <a:pt x="49120" y="0"/>
                    <a:pt x="66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55583" cy="29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58192" y="6000750"/>
            <a:ext cx="5906354" cy="974220"/>
            <a:chOff x="0" y="0"/>
            <a:chExt cx="1555583" cy="2565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5583" cy="256585"/>
            </a:xfrm>
            <a:custGeom>
              <a:avLst/>
              <a:gdLst/>
              <a:ahLst/>
              <a:cxnLst/>
              <a:rect r="r" b="b" t="t" l="l"/>
              <a:pathLst>
                <a:path h="256585" w="1555583">
                  <a:moveTo>
                    <a:pt x="66850" y="0"/>
                  </a:moveTo>
                  <a:lnTo>
                    <a:pt x="1488733" y="0"/>
                  </a:lnTo>
                  <a:cubicBezTo>
                    <a:pt x="1525653" y="0"/>
                    <a:pt x="1555583" y="29930"/>
                    <a:pt x="1555583" y="66850"/>
                  </a:cubicBezTo>
                  <a:lnTo>
                    <a:pt x="1555583" y="189735"/>
                  </a:lnTo>
                  <a:cubicBezTo>
                    <a:pt x="1555583" y="207465"/>
                    <a:pt x="1548540" y="224468"/>
                    <a:pt x="1536003" y="237005"/>
                  </a:cubicBezTo>
                  <a:cubicBezTo>
                    <a:pt x="1523466" y="249542"/>
                    <a:pt x="1506463" y="256585"/>
                    <a:pt x="1488733" y="256585"/>
                  </a:cubicBezTo>
                  <a:lnTo>
                    <a:pt x="66850" y="256585"/>
                  </a:lnTo>
                  <a:cubicBezTo>
                    <a:pt x="29930" y="256585"/>
                    <a:pt x="0" y="226655"/>
                    <a:pt x="0" y="189735"/>
                  </a:cubicBezTo>
                  <a:lnTo>
                    <a:pt x="0" y="66850"/>
                  </a:lnTo>
                  <a:cubicBezTo>
                    <a:pt x="0" y="49120"/>
                    <a:pt x="7043" y="32117"/>
                    <a:pt x="19580" y="19580"/>
                  </a:cubicBezTo>
                  <a:cubicBezTo>
                    <a:pt x="32117" y="7043"/>
                    <a:pt x="49120" y="0"/>
                    <a:pt x="66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55583" cy="29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90571" y="7832221"/>
            <a:ext cx="3241597" cy="790736"/>
            <a:chOff x="0" y="0"/>
            <a:chExt cx="853754" cy="2082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3754" cy="208260"/>
            </a:xfrm>
            <a:custGeom>
              <a:avLst/>
              <a:gdLst/>
              <a:ahLst/>
              <a:cxnLst/>
              <a:rect r="r" b="b" t="t" l="l"/>
              <a:pathLst>
                <a:path h="208260" w="853754">
                  <a:moveTo>
                    <a:pt x="104130" y="0"/>
                  </a:moveTo>
                  <a:lnTo>
                    <a:pt x="749624" y="0"/>
                  </a:lnTo>
                  <a:cubicBezTo>
                    <a:pt x="777241" y="0"/>
                    <a:pt x="803727" y="10971"/>
                    <a:pt x="823255" y="30499"/>
                  </a:cubicBezTo>
                  <a:cubicBezTo>
                    <a:pt x="842783" y="50027"/>
                    <a:pt x="853754" y="76513"/>
                    <a:pt x="853754" y="104130"/>
                  </a:cubicBezTo>
                  <a:lnTo>
                    <a:pt x="853754" y="104130"/>
                  </a:lnTo>
                  <a:cubicBezTo>
                    <a:pt x="853754" y="161639"/>
                    <a:pt x="807133" y="208260"/>
                    <a:pt x="749624" y="208260"/>
                  </a:cubicBezTo>
                  <a:lnTo>
                    <a:pt x="104130" y="208260"/>
                  </a:lnTo>
                  <a:cubicBezTo>
                    <a:pt x="46621" y="208260"/>
                    <a:pt x="0" y="161639"/>
                    <a:pt x="0" y="104130"/>
                  </a:cubicBezTo>
                  <a:lnTo>
                    <a:pt x="0" y="104130"/>
                  </a:lnTo>
                  <a:cubicBezTo>
                    <a:pt x="0" y="46621"/>
                    <a:pt x="46621" y="0"/>
                    <a:pt x="10413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53754" cy="24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373747" y="0"/>
            <a:ext cx="4675243" cy="2940727"/>
          </a:xfrm>
          <a:custGeom>
            <a:avLst/>
            <a:gdLst/>
            <a:ahLst/>
            <a:cxnLst/>
            <a:rect r="r" b="b" t="t" l="l"/>
            <a:pathLst>
              <a:path h="2940727" w="4675243">
                <a:moveTo>
                  <a:pt x="0" y="0"/>
                </a:moveTo>
                <a:lnTo>
                  <a:pt x="4675244" y="0"/>
                </a:lnTo>
                <a:lnTo>
                  <a:pt x="4675244" y="2940727"/>
                </a:lnTo>
                <a:lnTo>
                  <a:pt x="0" y="2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951" r="0" b="-4303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545A">
                <a:alpha val="100000"/>
              </a:srgbClr>
            </a:gs>
            <a:gs pos="100000">
              <a:srgbClr val="06034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13469" y="2523146"/>
            <a:ext cx="7861062" cy="7510685"/>
            <a:chOff x="0" y="0"/>
            <a:chExt cx="2070403" cy="197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0403" cy="1978123"/>
            </a:xfrm>
            <a:custGeom>
              <a:avLst/>
              <a:gdLst/>
              <a:ahLst/>
              <a:cxnLst/>
              <a:rect r="r" b="b" t="t" l="l"/>
              <a:pathLst>
                <a:path h="1978123" w="2070403">
                  <a:moveTo>
                    <a:pt x="50227" y="0"/>
                  </a:moveTo>
                  <a:lnTo>
                    <a:pt x="2020176" y="0"/>
                  </a:lnTo>
                  <a:cubicBezTo>
                    <a:pt x="2047916" y="0"/>
                    <a:pt x="2070403" y="22487"/>
                    <a:pt x="2070403" y="50227"/>
                  </a:cubicBezTo>
                  <a:lnTo>
                    <a:pt x="2070403" y="1927896"/>
                  </a:lnTo>
                  <a:cubicBezTo>
                    <a:pt x="2070403" y="1941217"/>
                    <a:pt x="2065112" y="1953992"/>
                    <a:pt x="2055692" y="1963412"/>
                  </a:cubicBezTo>
                  <a:cubicBezTo>
                    <a:pt x="2046273" y="1972831"/>
                    <a:pt x="2033497" y="1978123"/>
                    <a:pt x="2020176" y="1978123"/>
                  </a:cubicBezTo>
                  <a:lnTo>
                    <a:pt x="50227" y="1978123"/>
                  </a:lnTo>
                  <a:cubicBezTo>
                    <a:pt x="22487" y="1978123"/>
                    <a:pt x="0" y="1955635"/>
                    <a:pt x="0" y="1927896"/>
                  </a:cubicBezTo>
                  <a:lnTo>
                    <a:pt x="0" y="50227"/>
                  </a:lnTo>
                  <a:cubicBezTo>
                    <a:pt x="0" y="36906"/>
                    <a:pt x="5292" y="24131"/>
                    <a:pt x="14711" y="14711"/>
                  </a:cubicBezTo>
                  <a:cubicBezTo>
                    <a:pt x="24131" y="5292"/>
                    <a:pt x="36906" y="0"/>
                    <a:pt x="50227" y="0"/>
                  </a:cubicBezTo>
                  <a:close/>
                </a:path>
              </a:pathLst>
            </a:custGeom>
            <a:solidFill>
              <a:srgbClr val="384C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70403" cy="201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14393" y="8782815"/>
            <a:ext cx="3241597" cy="950970"/>
            <a:chOff x="0" y="0"/>
            <a:chExt cx="853754" cy="2504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3754" cy="250461"/>
            </a:xfrm>
            <a:custGeom>
              <a:avLst/>
              <a:gdLst/>
              <a:ahLst/>
              <a:cxnLst/>
              <a:rect r="r" b="b" t="t" l="l"/>
              <a:pathLst>
                <a:path h="250461" w="853754">
                  <a:moveTo>
                    <a:pt x="121804" y="0"/>
                  </a:moveTo>
                  <a:lnTo>
                    <a:pt x="731950" y="0"/>
                  </a:lnTo>
                  <a:cubicBezTo>
                    <a:pt x="764255" y="0"/>
                    <a:pt x="795236" y="12833"/>
                    <a:pt x="818079" y="35675"/>
                  </a:cubicBezTo>
                  <a:cubicBezTo>
                    <a:pt x="840921" y="58518"/>
                    <a:pt x="853754" y="89499"/>
                    <a:pt x="853754" y="121804"/>
                  </a:cubicBezTo>
                  <a:lnTo>
                    <a:pt x="853754" y="128658"/>
                  </a:lnTo>
                  <a:cubicBezTo>
                    <a:pt x="853754" y="195928"/>
                    <a:pt x="799221" y="250461"/>
                    <a:pt x="731950" y="250461"/>
                  </a:cubicBezTo>
                  <a:lnTo>
                    <a:pt x="121804" y="250461"/>
                  </a:lnTo>
                  <a:cubicBezTo>
                    <a:pt x="54533" y="250461"/>
                    <a:pt x="0" y="195928"/>
                    <a:pt x="0" y="128658"/>
                  </a:cubicBezTo>
                  <a:lnTo>
                    <a:pt x="0" y="121804"/>
                  </a:lnTo>
                  <a:cubicBezTo>
                    <a:pt x="0" y="54533"/>
                    <a:pt x="54533" y="0"/>
                    <a:pt x="121804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53754" cy="288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590607" y="7205315"/>
            <a:ext cx="3598989" cy="974220"/>
            <a:chOff x="0" y="0"/>
            <a:chExt cx="947882" cy="2565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7882" cy="256585"/>
            </a:xfrm>
            <a:custGeom>
              <a:avLst/>
              <a:gdLst/>
              <a:ahLst/>
              <a:cxnLst/>
              <a:rect r="r" b="b" t="t" l="l"/>
              <a:pathLst>
                <a:path h="256585" w="947882">
                  <a:moveTo>
                    <a:pt x="109708" y="0"/>
                  </a:moveTo>
                  <a:lnTo>
                    <a:pt x="838174" y="0"/>
                  </a:lnTo>
                  <a:cubicBezTo>
                    <a:pt x="898764" y="0"/>
                    <a:pt x="947882" y="49118"/>
                    <a:pt x="947882" y="109708"/>
                  </a:cubicBezTo>
                  <a:lnTo>
                    <a:pt x="947882" y="146877"/>
                  </a:lnTo>
                  <a:cubicBezTo>
                    <a:pt x="947882" y="207467"/>
                    <a:pt x="898764" y="256585"/>
                    <a:pt x="838174" y="256585"/>
                  </a:cubicBezTo>
                  <a:lnTo>
                    <a:pt x="109708" y="256585"/>
                  </a:lnTo>
                  <a:cubicBezTo>
                    <a:pt x="49118" y="256585"/>
                    <a:pt x="0" y="207467"/>
                    <a:pt x="0" y="146877"/>
                  </a:cubicBezTo>
                  <a:lnTo>
                    <a:pt x="0" y="109708"/>
                  </a:lnTo>
                  <a:cubicBezTo>
                    <a:pt x="0" y="49118"/>
                    <a:pt x="49118" y="0"/>
                    <a:pt x="10970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47882" cy="29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35192" y="7205315"/>
            <a:ext cx="3598989" cy="974220"/>
            <a:chOff x="0" y="0"/>
            <a:chExt cx="947882" cy="2565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7882" cy="256585"/>
            </a:xfrm>
            <a:custGeom>
              <a:avLst/>
              <a:gdLst/>
              <a:ahLst/>
              <a:cxnLst/>
              <a:rect r="r" b="b" t="t" l="l"/>
              <a:pathLst>
                <a:path h="256585" w="947882">
                  <a:moveTo>
                    <a:pt x="109708" y="0"/>
                  </a:moveTo>
                  <a:lnTo>
                    <a:pt x="838174" y="0"/>
                  </a:lnTo>
                  <a:cubicBezTo>
                    <a:pt x="898764" y="0"/>
                    <a:pt x="947882" y="49118"/>
                    <a:pt x="947882" y="109708"/>
                  </a:cubicBezTo>
                  <a:lnTo>
                    <a:pt x="947882" y="146877"/>
                  </a:lnTo>
                  <a:cubicBezTo>
                    <a:pt x="947882" y="207467"/>
                    <a:pt x="898764" y="256585"/>
                    <a:pt x="838174" y="256585"/>
                  </a:cubicBezTo>
                  <a:lnTo>
                    <a:pt x="109708" y="256585"/>
                  </a:lnTo>
                  <a:cubicBezTo>
                    <a:pt x="49118" y="256585"/>
                    <a:pt x="0" y="207467"/>
                    <a:pt x="0" y="146877"/>
                  </a:cubicBezTo>
                  <a:lnTo>
                    <a:pt x="0" y="109708"/>
                  </a:lnTo>
                  <a:cubicBezTo>
                    <a:pt x="0" y="49118"/>
                    <a:pt x="49118" y="0"/>
                    <a:pt x="10970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47882" cy="29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545011" y="5631019"/>
            <a:ext cx="7289170" cy="974220"/>
            <a:chOff x="0" y="0"/>
            <a:chExt cx="1919781" cy="2565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19781" cy="256585"/>
            </a:xfrm>
            <a:custGeom>
              <a:avLst/>
              <a:gdLst/>
              <a:ahLst/>
              <a:cxnLst/>
              <a:rect r="r" b="b" t="t" l="l"/>
              <a:pathLst>
                <a:path h="256585" w="1919781">
                  <a:moveTo>
                    <a:pt x="54168" y="0"/>
                  </a:moveTo>
                  <a:lnTo>
                    <a:pt x="1865614" y="0"/>
                  </a:lnTo>
                  <a:cubicBezTo>
                    <a:pt x="1895530" y="0"/>
                    <a:pt x="1919781" y="24252"/>
                    <a:pt x="1919781" y="54168"/>
                  </a:cubicBezTo>
                  <a:lnTo>
                    <a:pt x="1919781" y="202417"/>
                  </a:lnTo>
                  <a:cubicBezTo>
                    <a:pt x="1919781" y="232333"/>
                    <a:pt x="1895530" y="256585"/>
                    <a:pt x="1865614" y="256585"/>
                  </a:cubicBezTo>
                  <a:lnTo>
                    <a:pt x="54168" y="256585"/>
                  </a:lnTo>
                  <a:cubicBezTo>
                    <a:pt x="24252" y="256585"/>
                    <a:pt x="0" y="232333"/>
                    <a:pt x="0" y="202417"/>
                  </a:cubicBezTo>
                  <a:lnTo>
                    <a:pt x="0" y="54168"/>
                  </a:lnTo>
                  <a:cubicBezTo>
                    <a:pt x="0" y="24252"/>
                    <a:pt x="24252" y="0"/>
                    <a:pt x="541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19781" cy="29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590607" y="4378847"/>
            <a:ext cx="7289170" cy="974220"/>
            <a:chOff x="0" y="0"/>
            <a:chExt cx="1919781" cy="2565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19781" cy="256585"/>
            </a:xfrm>
            <a:custGeom>
              <a:avLst/>
              <a:gdLst/>
              <a:ahLst/>
              <a:cxnLst/>
              <a:rect r="r" b="b" t="t" l="l"/>
              <a:pathLst>
                <a:path h="256585" w="1919781">
                  <a:moveTo>
                    <a:pt x="54168" y="0"/>
                  </a:moveTo>
                  <a:lnTo>
                    <a:pt x="1865614" y="0"/>
                  </a:lnTo>
                  <a:cubicBezTo>
                    <a:pt x="1895530" y="0"/>
                    <a:pt x="1919781" y="24252"/>
                    <a:pt x="1919781" y="54168"/>
                  </a:cubicBezTo>
                  <a:lnTo>
                    <a:pt x="1919781" y="202417"/>
                  </a:lnTo>
                  <a:cubicBezTo>
                    <a:pt x="1919781" y="232333"/>
                    <a:pt x="1895530" y="256585"/>
                    <a:pt x="1865614" y="256585"/>
                  </a:cubicBezTo>
                  <a:lnTo>
                    <a:pt x="54168" y="256585"/>
                  </a:lnTo>
                  <a:cubicBezTo>
                    <a:pt x="24252" y="256585"/>
                    <a:pt x="0" y="232333"/>
                    <a:pt x="0" y="202417"/>
                  </a:cubicBezTo>
                  <a:lnTo>
                    <a:pt x="0" y="54168"/>
                  </a:lnTo>
                  <a:cubicBezTo>
                    <a:pt x="0" y="24252"/>
                    <a:pt x="24252" y="0"/>
                    <a:pt x="541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19781" cy="29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545011" y="3126675"/>
            <a:ext cx="7289170" cy="974220"/>
            <a:chOff x="0" y="0"/>
            <a:chExt cx="1919781" cy="25658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19781" cy="256585"/>
            </a:xfrm>
            <a:custGeom>
              <a:avLst/>
              <a:gdLst/>
              <a:ahLst/>
              <a:cxnLst/>
              <a:rect r="r" b="b" t="t" l="l"/>
              <a:pathLst>
                <a:path h="256585" w="1919781">
                  <a:moveTo>
                    <a:pt x="54168" y="0"/>
                  </a:moveTo>
                  <a:lnTo>
                    <a:pt x="1865614" y="0"/>
                  </a:lnTo>
                  <a:cubicBezTo>
                    <a:pt x="1895530" y="0"/>
                    <a:pt x="1919781" y="24252"/>
                    <a:pt x="1919781" y="54168"/>
                  </a:cubicBezTo>
                  <a:lnTo>
                    <a:pt x="1919781" y="202417"/>
                  </a:lnTo>
                  <a:cubicBezTo>
                    <a:pt x="1919781" y="232333"/>
                    <a:pt x="1895530" y="256585"/>
                    <a:pt x="1865614" y="256585"/>
                  </a:cubicBezTo>
                  <a:lnTo>
                    <a:pt x="54168" y="256585"/>
                  </a:lnTo>
                  <a:cubicBezTo>
                    <a:pt x="24252" y="256585"/>
                    <a:pt x="0" y="232333"/>
                    <a:pt x="0" y="202417"/>
                  </a:cubicBezTo>
                  <a:lnTo>
                    <a:pt x="0" y="54168"/>
                  </a:lnTo>
                  <a:cubicBezTo>
                    <a:pt x="0" y="24252"/>
                    <a:pt x="24252" y="0"/>
                    <a:pt x="541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19781" cy="29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6852432" y="-605325"/>
            <a:ext cx="4182254" cy="3128471"/>
          </a:xfrm>
          <a:custGeom>
            <a:avLst/>
            <a:gdLst/>
            <a:ahLst/>
            <a:cxnLst/>
            <a:rect r="r" b="b" t="t" l="l"/>
            <a:pathLst>
              <a:path h="3128471" w="4182254">
                <a:moveTo>
                  <a:pt x="0" y="0"/>
                </a:moveTo>
                <a:lnTo>
                  <a:pt x="4182254" y="0"/>
                </a:lnTo>
                <a:lnTo>
                  <a:pt x="4182254" y="3128471"/>
                </a:lnTo>
                <a:lnTo>
                  <a:pt x="0" y="31284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88" r="0" b="-24095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545A">
                <a:alpha val="100000"/>
              </a:srgbClr>
            </a:gs>
            <a:gs pos="100000">
              <a:srgbClr val="06034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73118" y="3230310"/>
            <a:ext cx="7476502" cy="6515100"/>
            <a:chOff x="0" y="0"/>
            <a:chExt cx="1969120" cy="1715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9120" cy="1715911"/>
            </a:xfrm>
            <a:custGeom>
              <a:avLst/>
              <a:gdLst/>
              <a:ahLst/>
              <a:cxnLst/>
              <a:rect r="r" b="b" t="t" l="l"/>
              <a:pathLst>
                <a:path h="1715911" w="1969120">
                  <a:moveTo>
                    <a:pt x="52811" y="0"/>
                  </a:moveTo>
                  <a:lnTo>
                    <a:pt x="1916309" y="0"/>
                  </a:lnTo>
                  <a:cubicBezTo>
                    <a:pt x="1945476" y="0"/>
                    <a:pt x="1969120" y="23644"/>
                    <a:pt x="1969120" y="52811"/>
                  </a:cubicBezTo>
                  <a:lnTo>
                    <a:pt x="1969120" y="1663101"/>
                  </a:lnTo>
                  <a:cubicBezTo>
                    <a:pt x="1969120" y="1692267"/>
                    <a:pt x="1945476" y="1715911"/>
                    <a:pt x="1916309" y="1715911"/>
                  </a:cubicBezTo>
                  <a:lnTo>
                    <a:pt x="52811" y="1715911"/>
                  </a:lnTo>
                  <a:cubicBezTo>
                    <a:pt x="23644" y="1715911"/>
                    <a:pt x="0" y="1692267"/>
                    <a:pt x="0" y="1663101"/>
                  </a:cubicBezTo>
                  <a:lnTo>
                    <a:pt x="0" y="52811"/>
                  </a:lnTo>
                  <a:cubicBezTo>
                    <a:pt x="0" y="23644"/>
                    <a:pt x="23644" y="0"/>
                    <a:pt x="52811" y="0"/>
                  </a:cubicBezTo>
                  <a:close/>
                </a:path>
              </a:pathLst>
            </a:custGeom>
            <a:solidFill>
              <a:srgbClr val="384C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9120" cy="1754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58192" y="5744376"/>
            <a:ext cx="5906354" cy="974220"/>
            <a:chOff x="0" y="0"/>
            <a:chExt cx="1555583" cy="256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5583" cy="256585"/>
            </a:xfrm>
            <a:custGeom>
              <a:avLst/>
              <a:gdLst/>
              <a:ahLst/>
              <a:cxnLst/>
              <a:rect r="r" b="b" t="t" l="l"/>
              <a:pathLst>
                <a:path h="256585" w="1555583">
                  <a:moveTo>
                    <a:pt x="66850" y="0"/>
                  </a:moveTo>
                  <a:lnTo>
                    <a:pt x="1488733" y="0"/>
                  </a:lnTo>
                  <a:cubicBezTo>
                    <a:pt x="1525653" y="0"/>
                    <a:pt x="1555583" y="29930"/>
                    <a:pt x="1555583" y="66850"/>
                  </a:cubicBezTo>
                  <a:lnTo>
                    <a:pt x="1555583" y="189735"/>
                  </a:lnTo>
                  <a:cubicBezTo>
                    <a:pt x="1555583" y="207465"/>
                    <a:pt x="1548540" y="224468"/>
                    <a:pt x="1536003" y="237005"/>
                  </a:cubicBezTo>
                  <a:cubicBezTo>
                    <a:pt x="1523466" y="249542"/>
                    <a:pt x="1506463" y="256585"/>
                    <a:pt x="1488733" y="256585"/>
                  </a:cubicBezTo>
                  <a:lnTo>
                    <a:pt x="66850" y="256585"/>
                  </a:lnTo>
                  <a:cubicBezTo>
                    <a:pt x="29930" y="256585"/>
                    <a:pt x="0" y="226655"/>
                    <a:pt x="0" y="189735"/>
                  </a:cubicBezTo>
                  <a:lnTo>
                    <a:pt x="0" y="66850"/>
                  </a:lnTo>
                  <a:cubicBezTo>
                    <a:pt x="0" y="49120"/>
                    <a:pt x="7043" y="32117"/>
                    <a:pt x="19580" y="19580"/>
                  </a:cubicBezTo>
                  <a:cubicBezTo>
                    <a:pt x="32117" y="7043"/>
                    <a:pt x="49120" y="0"/>
                    <a:pt x="668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55583" cy="29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090571" y="7479707"/>
            <a:ext cx="3241597" cy="790736"/>
            <a:chOff x="0" y="0"/>
            <a:chExt cx="853754" cy="2082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754" cy="208260"/>
            </a:xfrm>
            <a:custGeom>
              <a:avLst/>
              <a:gdLst/>
              <a:ahLst/>
              <a:cxnLst/>
              <a:rect r="r" b="b" t="t" l="l"/>
              <a:pathLst>
                <a:path h="208260" w="853754">
                  <a:moveTo>
                    <a:pt x="104130" y="0"/>
                  </a:moveTo>
                  <a:lnTo>
                    <a:pt x="749624" y="0"/>
                  </a:lnTo>
                  <a:cubicBezTo>
                    <a:pt x="777241" y="0"/>
                    <a:pt x="803727" y="10971"/>
                    <a:pt x="823255" y="30499"/>
                  </a:cubicBezTo>
                  <a:cubicBezTo>
                    <a:pt x="842783" y="50027"/>
                    <a:pt x="853754" y="76513"/>
                    <a:pt x="853754" y="104130"/>
                  </a:cubicBezTo>
                  <a:lnTo>
                    <a:pt x="853754" y="104130"/>
                  </a:lnTo>
                  <a:cubicBezTo>
                    <a:pt x="853754" y="161639"/>
                    <a:pt x="807133" y="208260"/>
                    <a:pt x="749624" y="208260"/>
                  </a:cubicBezTo>
                  <a:lnTo>
                    <a:pt x="104130" y="208260"/>
                  </a:lnTo>
                  <a:cubicBezTo>
                    <a:pt x="46621" y="208260"/>
                    <a:pt x="0" y="161639"/>
                    <a:pt x="0" y="104130"/>
                  </a:cubicBezTo>
                  <a:lnTo>
                    <a:pt x="0" y="104130"/>
                  </a:lnTo>
                  <a:cubicBezTo>
                    <a:pt x="0" y="46621"/>
                    <a:pt x="46621" y="0"/>
                    <a:pt x="10413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53754" cy="24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373747" y="0"/>
            <a:ext cx="4675243" cy="2940727"/>
          </a:xfrm>
          <a:custGeom>
            <a:avLst/>
            <a:gdLst/>
            <a:ahLst/>
            <a:cxnLst/>
            <a:rect r="r" b="b" t="t" l="l"/>
            <a:pathLst>
              <a:path h="2940727" w="4675243">
                <a:moveTo>
                  <a:pt x="0" y="0"/>
                </a:moveTo>
                <a:lnTo>
                  <a:pt x="4675244" y="0"/>
                </a:lnTo>
                <a:lnTo>
                  <a:pt x="4675244" y="2940727"/>
                </a:lnTo>
                <a:lnTo>
                  <a:pt x="0" y="2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951" r="0" b="-4303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D545A">
                <a:alpha val="100000"/>
              </a:srgbClr>
            </a:gs>
            <a:gs pos="100000">
              <a:srgbClr val="06034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89723" y="1830450"/>
            <a:ext cx="8308554" cy="5424348"/>
          </a:xfrm>
          <a:custGeom>
            <a:avLst/>
            <a:gdLst/>
            <a:ahLst/>
            <a:cxnLst/>
            <a:rect r="r" b="b" t="t" l="l"/>
            <a:pathLst>
              <a:path h="5424348" w="8308554">
                <a:moveTo>
                  <a:pt x="0" y="0"/>
                </a:moveTo>
                <a:lnTo>
                  <a:pt x="8308554" y="0"/>
                </a:lnTo>
                <a:lnTo>
                  <a:pt x="8308554" y="5424348"/>
                </a:lnTo>
                <a:lnTo>
                  <a:pt x="0" y="5424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585" r="0" b="-2658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49064" y="7382816"/>
            <a:ext cx="8989871" cy="81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8"/>
              </a:lnSpc>
              <a:spcBef>
                <a:spcPct val="0"/>
              </a:spcBef>
            </a:pPr>
            <a:r>
              <a:rPr lang="en-US" b="true" sz="478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Seja Bem Vindo (a)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DAHHxIkS0NU</dc:identifier>
  <dcterms:modified xsi:type="dcterms:W3CDTF">2011-08-01T06:04:30Z</dcterms:modified>
  <cp:revision>1</cp:revision>
  <dc:title>Seja Bem Vindo (a)</dc:title>
</cp:coreProperties>
</file>